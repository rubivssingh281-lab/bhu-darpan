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Bhu-Darpan ML Models &amp; Datasets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Training, Challenges, and Core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Land-Cover Classification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Type: CNN (ResNet-lite, 4 stages, 17 conv layers + GAP)</a:t>
            </a:r>
          </a:p>
          <a:p>
            <a:r>
              <a:t>Dataset: EuroSAT RGB dataset (Sentinel-2 imagery, 10 classes)</a:t>
            </a:r>
          </a:p>
          <a:p>
            <a:r>
              <a:t>Training: SGD-Nesterov (OneCycle LR), Label Smoothing, EMA weights. Uses CutMix, dihedral &amp; crop augmentations.</a:t>
            </a:r>
          </a:p>
          <a:p>
            <a:r>
              <a:t>Core Challenge: Overhead satellite imagery lacks a strict 'up' orientation (rotational invariance).</a:t>
            </a:r>
          </a:p>
          <a:p>
            <a:r>
              <a:t>Core Solution: Dihedral Augmentation (8 combinations of flips/rotations) during training, and Test-Time Augmentation (TTA) during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Climate &amp; Weather Forecaster (14-Day)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Type: Ensemble blend of PyTorch LSTM and scikit-learn GBRT</a:t>
            </a:r>
          </a:p>
          <a:p>
            <a:r>
              <a:t>Dataset: J&amp;K state daily climate data (50 years, sourced from IMD/NASA POWER)</a:t>
            </a:r>
          </a:p>
          <a:p>
            <a:r>
              <a:t>Training: LSTM uses 30-day window with sine/cosine embeddings. Blended using NNLS (Non-Negative Least Squares).</a:t>
            </a:r>
          </a:p>
          <a:p>
            <a:r>
              <a:t>Core Challenge: Forecasting absolute weather over 14 days is noisy, and global warming shifts baselines.</a:t>
            </a:r>
          </a:p>
          <a:p>
            <a:r>
              <a:t>Core Solution: Models predict the Anomaly (z-score deviation) relative to a trend-adjusted day-of-year climatology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Disaster-Scene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Type: Pre-trained Foundation CNN (EfficientNet-B0 / ResNet50) via Transfer Learning</a:t>
            </a:r>
          </a:p>
          <a:p>
            <a:r>
              <a:t>Dataset: AIDER (fire, flood, collapsed building, traffic incident, normal)</a:t>
            </a:r>
          </a:p>
          <a:p>
            <a:r>
              <a:t>Training: Two-phase fine-tuning (freeze backbone -&gt; unfreeze). Uses AMP, MixUp, Cosine Annealing.</a:t>
            </a:r>
          </a:p>
          <a:p>
            <a:r>
              <a:t>Core Challenge: Extreme class imbalance (rare disaster events vs overwhelming 'normal' scenes).</a:t>
            </a:r>
          </a:p>
          <a:p>
            <a:r>
              <a:t>Core Solution: Class-Balanced Sampling, MixUp augmentation, and selecting best model using the Macro-F1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Analytical Impact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Translates primary variables (rain, temp) into impact indices (crop stress, reservoir inflow).</a:t>
            </a:r>
          </a:p>
          <a:p>
            <a:r>
              <a:t>Model Type: Scikit-learn tabular models (Random Forests/GBRT)</a:t>
            </a:r>
          </a:p>
          <a:p>
            <a:r>
              <a:t>Core Challenge: High-capacity tabular models (e.g. model_inflow.pkl is 130MB) exceed GitHub limits and bloat memory.</a:t>
            </a:r>
          </a:p>
          <a:p>
            <a:r>
              <a:t>Core Solution: Stored as compressed zip archives. The backend also implements streamlined heuristic physical equations to operate instantly without loading large trees.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